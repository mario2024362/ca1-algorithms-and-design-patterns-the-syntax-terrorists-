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9" r:id="rId1"/>
  </p:sldMasterIdLst>
  <p:sldIdLst>
    <p:sldId id="256" r:id="rId2"/>
  </p:sldIdLst>
  <p:sldSz cx="28967113" cy="16294100"/>
  <p:notesSz cx="20104100" cy="162941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1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0E022-9DD6-4376-86BA-BDB9A44C68CB}" v="12" dt="2025-04-18T18:29:12.435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-2910" y="294"/>
      </p:cViewPr>
      <p:guideLst>
        <p:guide orient="horz" pos="2880"/>
        <p:guide pos="311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go Viegas" userId="b6aa13ae29a0a7ec" providerId="LiveId" clId="{7E50E022-9DD6-4376-86BA-BDB9A44C68CB}"/>
    <pc:docChg chg="undo custSel addSld delSld modSld modMainMaster">
      <pc:chgData name="Hugo Viegas" userId="b6aa13ae29a0a7ec" providerId="LiveId" clId="{7E50E022-9DD6-4376-86BA-BDB9A44C68CB}" dt="2025-04-18T18:34:17.658" v="198" actId="2696"/>
      <pc:docMkLst>
        <pc:docMk/>
      </pc:docMkLst>
      <pc:sldChg chg="addSp delSp modSp mod chgLayout">
        <pc:chgData name="Hugo Viegas" userId="b6aa13ae29a0a7ec" providerId="LiveId" clId="{7E50E022-9DD6-4376-86BA-BDB9A44C68CB}" dt="2025-04-18T18:33:51.946" v="196" actId="1076"/>
        <pc:sldMkLst>
          <pc:docMk/>
          <pc:sldMk cId="0" sldId="256"/>
        </pc:sldMkLst>
        <pc:spChg chg="mod">
          <ac:chgData name="Hugo Viegas" userId="b6aa13ae29a0a7ec" providerId="LiveId" clId="{7E50E022-9DD6-4376-86BA-BDB9A44C68CB}" dt="2025-04-18T18:33:40.258" v="194" actId="403"/>
          <ac:spMkLst>
            <pc:docMk/>
            <pc:sldMk cId="0" sldId="256"/>
            <ac:spMk id="2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26:17.500" v="54"/>
          <ac:spMkLst>
            <pc:docMk/>
            <pc:sldMk cId="0" sldId="256"/>
            <ac:spMk id="3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1:38.948" v="154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Hugo Viegas" userId="b6aa13ae29a0a7ec" providerId="LiveId" clId="{7E50E022-9DD6-4376-86BA-BDB9A44C68CB}" dt="2025-04-18T18:29:29.389" v="102"/>
          <ac:spMkLst>
            <pc:docMk/>
            <pc:sldMk cId="0" sldId="256"/>
            <ac:spMk id="5" creationId="{00000000-0000-0000-0000-000000000000}"/>
          </ac:spMkLst>
        </pc:spChg>
        <pc:spChg chg="del mod">
          <ac:chgData name="Hugo Viegas" userId="b6aa13ae29a0a7ec" providerId="LiveId" clId="{7E50E022-9DD6-4376-86BA-BDB9A44C68CB}" dt="2025-04-18T18:29:52.988" v="113"/>
          <ac:spMkLst>
            <pc:docMk/>
            <pc:sldMk cId="0" sldId="256"/>
            <ac:spMk id="6" creationId="{00000000-0000-0000-0000-000000000000}"/>
          </ac:spMkLst>
        </pc:spChg>
        <pc:spChg chg="del mod">
          <ac:chgData name="Hugo Viegas" userId="b6aa13ae29a0a7ec" providerId="LiveId" clId="{7E50E022-9DD6-4376-86BA-BDB9A44C68CB}" dt="2025-04-18T18:29:52.989" v="115"/>
          <ac:spMkLst>
            <pc:docMk/>
            <pc:sldMk cId="0" sldId="256"/>
            <ac:spMk id="7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3:36.604" v="193" actId="404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Hugo Viegas" userId="b6aa13ae29a0a7ec" providerId="LiveId" clId="{7E50E022-9DD6-4376-86BA-BDB9A44C68CB}" dt="2025-04-18T18:30:53.584" v="147"/>
          <ac:spMkLst>
            <pc:docMk/>
            <pc:sldMk cId="0" sldId="256"/>
            <ac:spMk id="9" creationId="{00000000-0000-0000-0000-000000000000}"/>
          </ac:spMkLst>
        </pc:spChg>
        <pc:spChg chg="del">
          <ac:chgData name="Hugo Viegas" userId="b6aa13ae29a0a7ec" providerId="LiveId" clId="{7E50E022-9DD6-4376-86BA-BDB9A44C68CB}" dt="2025-04-18T18:24:33.837" v="46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Hugo Viegas" userId="b6aa13ae29a0a7ec" providerId="LiveId" clId="{7E50E022-9DD6-4376-86BA-BDB9A44C68CB}" dt="2025-04-18T18:24:33.837" v="46" actId="478"/>
          <ac:spMkLst>
            <pc:docMk/>
            <pc:sldMk cId="0" sldId="256"/>
            <ac:spMk id="11" creationId="{00000000-0000-0000-0000-000000000000}"/>
          </ac:spMkLst>
        </pc:spChg>
        <pc:spChg chg="del">
          <ac:chgData name="Hugo Viegas" userId="b6aa13ae29a0a7ec" providerId="LiveId" clId="{7E50E022-9DD6-4376-86BA-BDB9A44C68CB}" dt="2025-04-18T18:24:33.837" v="46" actId="478"/>
          <ac:spMkLst>
            <pc:docMk/>
            <pc:sldMk cId="0" sldId="256"/>
            <ac:spMk id="12" creationId="{00000000-0000-0000-0000-000000000000}"/>
          </ac:spMkLst>
        </pc:spChg>
        <pc:spChg chg="del">
          <ac:chgData name="Hugo Viegas" userId="b6aa13ae29a0a7ec" providerId="LiveId" clId="{7E50E022-9DD6-4376-86BA-BDB9A44C68CB}" dt="2025-04-18T18:24:33.837" v="46" actId="47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1:13.493" v="150" actId="12"/>
          <ac:spMkLst>
            <pc:docMk/>
            <pc:sldMk cId="0" sldId="256"/>
            <ac:spMk id="14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2:31.608" v="167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3:17.591" v="185" actId="1410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2:27.339" v="166" actId="1410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3:34.080" v="192" actId="403"/>
          <ac:spMkLst>
            <pc:docMk/>
            <pc:sldMk cId="0" sldId="256"/>
            <ac:spMk id="18" creationId="{00000000-0000-0000-0000-000000000000}"/>
          </ac:spMkLst>
        </pc:spChg>
        <pc:spChg chg="del mod">
          <ac:chgData name="Hugo Viegas" userId="b6aa13ae29a0a7ec" providerId="LiveId" clId="{7E50E022-9DD6-4376-86BA-BDB9A44C68CB}" dt="2025-04-18T18:32:24.233" v="165"/>
          <ac:spMkLst>
            <pc:docMk/>
            <pc:sldMk cId="0" sldId="256"/>
            <ac:spMk id="19" creationId="{00000000-0000-0000-0000-000000000000}"/>
          </ac:spMkLst>
        </pc:spChg>
        <pc:spChg chg="mod">
          <ac:chgData name="Hugo Viegas" userId="b6aa13ae29a0a7ec" providerId="LiveId" clId="{7E50E022-9DD6-4376-86BA-BDB9A44C68CB}" dt="2025-04-18T18:33:20.837" v="186" actId="1076"/>
          <ac:spMkLst>
            <pc:docMk/>
            <pc:sldMk cId="0" sldId="256"/>
            <ac:spMk id="20" creationId="{00000000-0000-0000-0000-000000000000}"/>
          </ac:spMkLst>
        </pc:spChg>
        <pc:spChg chg="add mod">
          <ac:chgData name="Hugo Viegas" userId="b6aa13ae29a0a7ec" providerId="LiveId" clId="{7E50E022-9DD6-4376-86BA-BDB9A44C68CB}" dt="2025-04-18T18:27:40.267" v="71" actId="1076"/>
          <ac:spMkLst>
            <pc:docMk/>
            <pc:sldMk cId="0" sldId="256"/>
            <ac:spMk id="39" creationId="{220A9562-5A56-7858-36B7-DFC278BF63C9}"/>
          </ac:spMkLst>
        </pc:spChg>
        <pc:picChg chg="add mod">
          <ac:chgData name="Hugo Viegas" userId="b6aa13ae29a0a7ec" providerId="LiveId" clId="{7E50E022-9DD6-4376-86BA-BDB9A44C68CB}" dt="2025-04-18T18:30:24.817" v="135" actId="1076"/>
          <ac:picMkLst>
            <pc:docMk/>
            <pc:sldMk cId="0" sldId="256"/>
            <ac:picMk id="21" creationId="{B86B1399-F459-8FD9-0D8D-50BE49E92653}"/>
          </ac:picMkLst>
        </pc:picChg>
        <pc:picChg chg="add mod">
          <ac:chgData name="Hugo Viegas" userId="b6aa13ae29a0a7ec" providerId="LiveId" clId="{7E50E022-9DD6-4376-86BA-BDB9A44C68CB}" dt="2025-04-18T18:30:31.488" v="138" actId="14100"/>
          <ac:picMkLst>
            <pc:docMk/>
            <pc:sldMk cId="0" sldId="256"/>
            <ac:picMk id="23" creationId="{64A15114-B263-7947-E88F-69C4407E25BE}"/>
          </ac:picMkLst>
        </pc:picChg>
        <pc:picChg chg="add mod">
          <ac:chgData name="Hugo Viegas" userId="b6aa13ae29a0a7ec" providerId="LiveId" clId="{7E50E022-9DD6-4376-86BA-BDB9A44C68CB}" dt="2025-04-18T18:33:51.946" v="196" actId="1076"/>
          <ac:picMkLst>
            <pc:docMk/>
            <pc:sldMk cId="0" sldId="256"/>
            <ac:picMk id="27" creationId="{D99D3273-6921-E34A-37FE-A2B7FDB53591}"/>
          </ac:picMkLst>
        </pc:picChg>
        <pc:picChg chg="add mod">
          <ac:chgData name="Hugo Viegas" userId="b6aa13ae29a0a7ec" providerId="LiveId" clId="{7E50E022-9DD6-4376-86BA-BDB9A44C68CB}" dt="2025-04-18T18:26:23.850" v="55" actId="1076"/>
          <ac:picMkLst>
            <pc:docMk/>
            <pc:sldMk cId="0" sldId="256"/>
            <ac:picMk id="28" creationId="{BBE27CD2-0D75-0649-4E0F-9A6BD725ED39}"/>
          </ac:picMkLst>
        </pc:picChg>
        <pc:cxnChg chg="add mod">
          <ac:chgData name="Hugo Viegas" userId="b6aa13ae29a0a7ec" providerId="LiveId" clId="{7E50E022-9DD6-4376-86BA-BDB9A44C68CB}" dt="2025-04-18T18:30:18.988" v="133" actId="1076"/>
          <ac:cxnSpMkLst>
            <pc:docMk/>
            <pc:sldMk cId="0" sldId="256"/>
            <ac:cxnSpMk id="25" creationId="{6834A93E-CA1E-3FDD-296D-8F7E44DA79B3}"/>
          </ac:cxnSpMkLst>
        </pc:cxnChg>
        <pc:cxnChg chg="add mod">
          <ac:chgData name="Hugo Viegas" userId="b6aa13ae29a0a7ec" providerId="LiveId" clId="{7E50E022-9DD6-4376-86BA-BDB9A44C68CB}" dt="2025-04-18T18:29:07.381" v="98" actId="1076"/>
          <ac:cxnSpMkLst>
            <pc:docMk/>
            <pc:sldMk cId="0" sldId="256"/>
            <ac:cxnSpMk id="30" creationId="{C61F2D4C-406E-40F8-F9BC-5871334DF813}"/>
          </ac:cxnSpMkLst>
        </pc:cxnChg>
        <pc:cxnChg chg="add mod">
          <ac:chgData name="Hugo Viegas" userId="b6aa13ae29a0a7ec" providerId="LiveId" clId="{7E50E022-9DD6-4376-86BA-BDB9A44C68CB}" dt="2025-04-18T18:23:59.815" v="39" actId="14100"/>
          <ac:cxnSpMkLst>
            <pc:docMk/>
            <pc:sldMk cId="0" sldId="256"/>
            <ac:cxnSpMk id="32" creationId="{4ED433DE-BCD0-1C07-DEF4-22D1E3040F23}"/>
          </ac:cxnSpMkLst>
        </pc:cxnChg>
        <pc:cxnChg chg="add del mod">
          <ac:chgData name="Hugo Viegas" userId="b6aa13ae29a0a7ec" providerId="LiveId" clId="{7E50E022-9DD6-4376-86BA-BDB9A44C68CB}" dt="2025-04-18T18:29:04.336" v="96" actId="478"/>
          <ac:cxnSpMkLst>
            <pc:docMk/>
            <pc:sldMk cId="0" sldId="256"/>
            <ac:cxnSpMk id="34" creationId="{1754CB02-DE03-F27F-E521-E0782D45089D}"/>
          </ac:cxnSpMkLst>
        </pc:cxnChg>
        <pc:cxnChg chg="add mod">
          <ac:chgData name="Hugo Viegas" userId="b6aa13ae29a0a7ec" providerId="LiveId" clId="{7E50E022-9DD6-4376-86BA-BDB9A44C68CB}" dt="2025-04-18T18:29:12.435" v="99" actId="571"/>
          <ac:cxnSpMkLst>
            <pc:docMk/>
            <pc:sldMk cId="0" sldId="256"/>
            <ac:cxnSpMk id="41" creationId="{633DE59F-A1F3-F748-C9E9-BDCEE66C6F18}"/>
          </ac:cxnSpMkLst>
        </pc:cxnChg>
      </pc:sldChg>
      <pc:sldChg chg="addSp modSp new del mod">
        <pc:chgData name="Hugo Viegas" userId="b6aa13ae29a0a7ec" providerId="LiveId" clId="{7E50E022-9DD6-4376-86BA-BDB9A44C68CB}" dt="2025-04-18T18:34:17.658" v="198" actId="2696"/>
        <pc:sldMkLst>
          <pc:docMk/>
          <pc:sldMk cId="1045586585" sldId="257"/>
        </pc:sldMkLst>
        <pc:picChg chg="add mod">
          <ac:chgData name="Hugo Viegas" userId="b6aa13ae29a0a7ec" providerId="LiveId" clId="{7E50E022-9DD6-4376-86BA-BDB9A44C68CB}" dt="2025-04-18T18:34:07.231" v="197" actId="1076"/>
          <ac:picMkLst>
            <pc:docMk/>
            <pc:sldMk cId="1045586585" sldId="257"/>
            <ac:picMk id="3" creationId="{A437AABC-6156-A3F4-887B-C91256342CF8}"/>
          </ac:picMkLst>
        </pc:picChg>
      </pc:sldChg>
      <pc:sldMasterChg chg="modSp modSldLayout">
        <pc:chgData name="Hugo Viegas" userId="b6aa13ae29a0a7ec" providerId="LiveId" clId="{7E50E022-9DD6-4376-86BA-BDB9A44C68CB}" dt="2025-04-18T18:26:17.500" v="54"/>
        <pc:sldMasterMkLst>
          <pc:docMk/>
          <pc:sldMasterMk cId="2089698859" sldId="2147483666"/>
        </pc:sldMasterMkLst>
        <pc:spChg chg="mod">
          <ac:chgData name="Hugo Viegas" userId="b6aa13ae29a0a7ec" providerId="LiveId" clId="{7E50E022-9DD6-4376-86BA-BDB9A44C68CB}" dt="2025-04-18T18:26:17.500" v="54"/>
          <ac:spMkLst>
            <pc:docMk/>
            <pc:sldMasterMk cId="2089698859" sldId="2147483666"/>
            <ac:spMk id="2" creationId="{AE1EE247-392F-47A7-4426-0B9C7C83B5EB}"/>
          </ac:spMkLst>
        </pc:spChg>
        <pc:spChg chg="mod">
          <ac:chgData name="Hugo Viegas" userId="b6aa13ae29a0a7ec" providerId="LiveId" clId="{7E50E022-9DD6-4376-86BA-BDB9A44C68CB}" dt="2025-04-18T18:26:17.500" v="54"/>
          <ac:spMkLst>
            <pc:docMk/>
            <pc:sldMasterMk cId="2089698859" sldId="2147483666"/>
            <ac:spMk id="3" creationId="{2B05294E-ACFD-5097-9404-94A05E89DF7E}"/>
          </ac:spMkLst>
        </pc:spChg>
        <pc:spChg chg="mod">
          <ac:chgData name="Hugo Viegas" userId="b6aa13ae29a0a7ec" providerId="LiveId" clId="{7E50E022-9DD6-4376-86BA-BDB9A44C68CB}" dt="2025-04-18T18:26:17.500" v="54"/>
          <ac:spMkLst>
            <pc:docMk/>
            <pc:sldMasterMk cId="2089698859" sldId="2147483666"/>
            <ac:spMk id="4" creationId="{8A89B7D2-5B4C-B87B-99B0-41F48C1B35DA}"/>
          </ac:spMkLst>
        </pc:spChg>
        <pc:spChg chg="mod">
          <ac:chgData name="Hugo Viegas" userId="b6aa13ae29a0a7ec" providerId="LiveId" clId="{7E50E022-9DD6-4376-86BA-BDB9A44C68CB}" dt="2025-04-18T18:26:17.500" v="54"/>
          <ac:spMkLst>
            <pc:docMk/>
            <pc:sldMasterMk cId="2089698859" sldId="2147483666"/>
            <ac:spMk id="5" creationId="{DCC3B5C3-B155-7C60-EE50-E50623123F64}"/>
          </ac:spMkLst>
        </pc:spChg>
        <pc:spChg chg="mod">
          <ac:chgData name="Hugo Viegas" userId="b6aa13ae29a0a7ec" providerId="LiveId" clId="{7E50E022-9DD6-4376-86BA-BDB9A44C68CB}" dt="2025-04-18T18:26:17.500" v="54"/>
          <ac:spMkLst>
            <pc:docMk/>
            <pc:sldMasterMk cId="2089698859" sldId="2147483666"/>
            <ac:spMk id="6" creationId="{6A44565E-075B-0D85-008A-452C27E1DBAF}"/>
          </ac:spMkLst>
        </pc:sp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2140547867" sldId="2147483667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140547867" sldId="2147483667"/>
              <ac:spMk id="2" creationId="{AB05E2E0-0CBE-DA6F-9F3F-10703C517AF9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140547867" sldId="2147483667"/>
              <ac:spMk id="3" creationId="{E4F48FCD-3C37-1E11-F298-FE39E368904A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2468065071" sldId="2147483669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468065071" sldId="2147483669"/>
              <ac:spMk id="2" creationId="{E14C349C-E5C9-F821-CDC9-E16B2C92BEF8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468065071" sldId="2147483669"/>
              <ac:spMk id="3" creationId="{7404AF97-9970-C6C8-7AE5-9526FB2016AB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657695723" sldId="2147483670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657695723" sldId="2147483670"/>
              <ac:spMk id="3" creationId="{410745A0-056D-B579-1941-6D33A0C2A056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657695723" sldId="2147483670"/>
              <ac:spMk id="4" creationId="{6FCAA266-5229-04A4-9310-C3C4B07B86B3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1629968851" sldId="2147483671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1629968851" sldId="2147483671"/>
              <ac:spMk id="2" creationId="{8F0BC386-FA34-E9F2-FC10-1DCEF6CD128A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1629968851" sldId="2147483671"/>
              <ac:spMk id="3" creationId="{59083886-2A62-1B1B-5089-D77E8BDE342C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1629968851" sldId="2147483671"/>
              <ac:spMk id="4" creationId="{745C66F5-0C03-6545-7FC2-C1B7F4AA7C9C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1629968851" sldId="2147483671"/>
              <ac:spMk id="5" creationId="{5980539C-86BB-62D0-BA02-2B21D0B0035B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1629968851" sldId="2147483671"/>
              <ac:spMk id="6" creationId="{BF4E75C2-939C-0A0F-4F93-8DB1B8E442C7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698553183" sldId="2147483674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698553183" sldId="2147483674"/>
              <ac:spMk id="2" creationId="{C110DD4C-798E-7C06-2D49-40F28EE30208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698553183" sldId="2147483674"/>
              <ac:spMk id="3" creationId="{67CDB981-0AB4-3FAC-7B92-FA0E49276886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698553183" sldId="2147483674"/>
              <ac:spMk id="4" creationId="{D9775D04-1B71-6C6D-8867-5DA25543E708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2706571495" sldId="2147483675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706571495" sldId="2147483675"/>
              <ac:spMk id="2" creationId="{ECFA9EC3-E39B-86C4-2BE3-C3119B60B7A7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706571495" sldId="2147483675"/>
              <ac:spMk id="3" creationId="{EB453D6D-6975-8CCA-C306-F9FF74D5F739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2706571495" sldId="2147483675"/>
              <ac:spMk id="4" creationId="{4058D571-B758-4150-D719-0072D0D0E5FE}"/>
            </ac:spMkLst>
          </pc:spChg>
        </pc:sldLayoutChg>
        <pc:sldLayoutChg chg="modSp">
          <pc:chgData name="Hugo Viegas" userId="b6aa13ae29a0a7ec" providerId="LiveId" clId="{7E50E022-9DD6-4376-86BA-BDB9A44C68CB}" dt="2025-04-18T18:26:17.500" v="54"/>
          <pc:sldLayoutMkLst>
            <pc:docMk/>
            <pc:sldMasterMk cId="2089698859" sldId="2147483666"/>
            <pc:sldLayoutMk cId="347218814" sldId="2147483677"/>
          </pc:sldLayoutMkLst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347218814" sldId="2147483677"/>
              <ac:spMk id="2" creationId="{60082C50-5FF5-C690-4753-7E90ADCA0CAE}"/>
            </ac:spMkLst>
          </pc:spChg>
          <pc:spChg chg="mod">
            <ac:chgData name="Hugo Viegas" userId="b6aa13ae29a0a7ec" providerId="LiveId" clId="{7E50E022-9DD6-4376-86BA-BDB9A44C68CB}" dt="2025-04-18T18:26:17.500" v="54"/>
            <ac:spMkLst>
              <pc:docMk/>
              <pc:sldMasterMk cId="2089698859" sldId="2147483666"/>
              <pc:sldLayoutMk cId="347218814" sldId="2147483677"/>
              <ac:spMk id="3" creationId="{BFC1D924-CDA5-642A-70CA-6CC7D5ECDC70}"/>
            </ac:spMkLst>
          </pc:sp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20889" y="2666651"/>
            <a:ext cx="21725335" cy="5672761"/>
          </a:xfrm>
        </p:spPr>
        <p:txBody>
          <a:bodyPr anchor="b"/>
          <a:lstStyle>
            <a:lvl1pPr algn="ctr">
              <a:defRPr sz="1425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20889" y="8558175"/>
            <a:ext cx="21725335" cy="3933968"/>
          </a:xfrm>
        </p:spPr>
        <p:txBody>
          <a:bodyPr/>
          <a:lstStyle>
            <a:lvl1pPr marL="0" indent="0" algn="ctr">
              <a:buNone/>
              <a:defRPr sz="5702"/>
            </a:lvl1pPr>
            <a:lvl2pPr marL="1086261" indent="0" algn="ctr">
              <a:buNone/>
              <a:defRPr sz="4752"/>
            </a:lvl2pPr>
            <a:lvl3pPr marL="2172523" indent="0" algn="ctr">
              <a:buNone/>
              <a:defRPr sz="4277"/>
            </a:lvl3pPr>
            <a:lvl4pPr marL="3258784" indent="0" algn="ctr">
              <a:buNone/>
              <a:defRPr sz="3801"/>
            </a:lvl4pPr>
            <a:lvl5pPr marL="4345046" indent="0" algn="ctr">
              <a:buNone/>
              <a:defRPr sz="3801"/>
            </a:lvl5pPr>
            <a:lvl6pPr marL="5431307" indent="0" algn="ctr">
              <a:buNone/>
              <a:defRPr sz="3801"/>
            </a:lvl6pPr>
            <a:lvl7pPr marL="6517569" indent="0" algn="ctr">
              <a:buNone/>
              <a:defRPr sz="3801"/>
            </a:lvl7pPr>
            <a:lvl8pPr marL="7603830" indent="0" algn="ctr">
              <a:buNone/>
              <a:defRPr sz="3801"/>
            </a:lvl8pPr>
            <a:lvl9pPr marL="8690092" indent="0" algn="ctr">
              <a:buNone/>
              <a:defRPr sz="3801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4235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1870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6402" y="4062212"/>
            <a:ext cx="24984135" cy="6777892"/>
          </a:xfrm>
        </p:spPr>
        <p:txBody>
          <a:bodyPr anchor="b"/>
          <a:lstStyle>
            <a:lvl1pPr>
              <a:defRPr sz="14255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76402" y="10904225"/>
            <a:ext cx="24984135" cy="3564333"/>
          </a:xfrm>
        </p:spPr>
        <p:txBody>
          <a:bodyPr/>
          <a:lstStyle>
            <a:lvl1pPr marL="0" indent="0">
              <a:buNone/>
              <a:defRPr sz="5702">
                <a:solidFill>
                  <a:schemeClr val="tx1">
                    <a:tint val="82000"/>
                  </a:schemeClr>
                </a:solidFill>
              </a:defRPr>
            </a:lvl1pPr>
            <a:lvl2pPr marL="1086261" indent="0">
              <a:buNone/>
              <a:defRPr sz="4752">
                <a:solidFill>
                  <a:schemeClr val="tx1">
                    <a:tint val="82000"/>
                  </a:schemeClr>
                </a:solidFill>
              </a:defRPr>
            </a:lvl2pPr>
            <a:lvl3pPr marL="2172523" indent="0">
              <a:buNone/>
              <a:defRPr sz="4277">
                <a:solidFill>
                  <a:schemeClr val="tx1">
                    <a:tint val="82000"/>
                  </a:schemeClr>
                </a:solidFill>
              </a:defRPr>
            </a:lvl3pPr>
            <a:lvl4pPr marL="3258784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4pPr>
            <a:lvl5pPr marL="4345046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5pPr>
            <a:lvl6pPr marL="5431307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6pPr>
            <a:lvl7pPr marL="6517569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7pPr>
            <a:lvl8pPr marL="7603830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8pPr>
            <a:lvl9pPr marL="8690092" indent="0">
              <a:buNone/>
              <a:defRPr sz="3801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5741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91489" y="4337550"/>
            <a:ext cx="12311023" cy="10338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664601" y="4337550"/>
            <a:ext cx="12311023" cy="103384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118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262" y="867511"/>
            <a:ext cx="24984135" cy="3149439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5263" y="3994319"/>
            <a:ext cx="12254445" cy="1957554"/>
          </a:xfrm>
        </p:spPr>
        <p:txBody>
          <a:bodyPr anchor="b"/>
          <a:lstStyle>
            <a:lvl1pPr marL="0" indent="0">
              <a:buNone/>
              <a:defRPr sz="5702" b="1"/>
            </a:lvl1pPr>
            <a:lvl2pPr marL="1086261" indent="0">
              <a:buNone/>
              <a:defRPr sz="4752" b="1"/>
            </a:lvl2pPr>
            <a:lvl3pPr marL="2172523" indent="0">
              <a:buNone/>
              <a:defRPr sz="4277" b="1"/>
            </a:lvl3pPr>
            <a:lvl4pPr marL="3258784" indent="0">
              <a:buNone/>
              <a:defRPr sz="3801" b="1"/>
            </a:lvl4pPr>
            <a:lvl5pPr marL="4345046" indent="0">
              <a:buNone/>
              <a:defRPr sz="3801" b="1"/>
            </a:lvl5pPr>
            <a:lvl6pPr marL="5431307" indent="0">
              <a:buNone/>
              <a:defRPr sz="3801" b="1"/>
            </a:lvl6pPr>
            <a:lvl7pPr marL="6517569" indent="0">
              <a:buNone/>
              <a:defRPr sz="3801" b="1"/>
            </a:lvl7pPr>
            <a:lvl8pPr marL="7603830" indent="0">
              <a:buNone/>
              <a:defRPr sz="3801" b="1"/>
            </a:lvl8pPr>
            <a:lvl9pPr marL="8690092" indent="0">
              <a:buNone/>
              <a:defRPr sz="380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95263" y="5951873"/>
            <a:ext cx="12254445" cy="87543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4664601" y="3994319"/>
            <a:ext cx="12314796" cy="1957554"/>
          </a:xfrm>
        </p:spPr>
        <p:txBody>
          <a:bodyPr anchor="b"/>
          <a:lstStyle>
            <a:lvl1pPr marL="0" indent="0">
              <a:buNone/>
              <a:defRPr sz="5702" b="1"/>
            </a:lvl1pPr>
            <a:lvl2pPr marL="1086261" indent="0">
              <a:buNone/>
              <a:defRPr sz="4752" b="1"/>
            </a:lvl2pPr>
            <a:lvl3pPr marL="2172523" indent="0">
              <a:buNone/>
              <a:defRPr sz="4277" b="1"/>
            </a:lvl3pPr>
            <a:lvl4pPr marL="3258784" indent="0">
              <a:buNone/>
              <a:defRPr sz="3801" b="1"/>
            </a:lvl4pPr>
            <a:lvl5pPr marL="4345046" indent="0">
              <a:buNone/>
              <a:defRPr sz="3801" b="1"/>
            </a:lvl5pPr>
            <a:lvl6pPr marL="5431307" indent="0">
              <a:buNone/>
              <a:defRPr sz="3801" b="1"/>
            </a:lvl6pPr>
            <a:lvl7pPr marL="6517569" indent="0">
              <a:buNone/>
              <a:defRPr sz="3801" b="1"/>
            </a:lvl7pPr>
            <a:lvl8pPr marL="7603830" indent="0">
              <a:buNone/>
              <a:defRPr sz="3801" b="1"/>
            </a:lvl8pPr>
            <a:lvl9pPr marL="8690092" indent="0">
              <a:buNone/>
              <a:defRPr sz="3801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4664601" y="5951873"/>
            <a:ext cx="12314796" cy="875430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52754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218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763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263" y="1086273"/>
            <a:ext cx="9342647" cy="3801957"/>
          </a:xfrm>
        </p:spPr>
        <p:txBody>
          <a:bodyPr anchor="b"/>
          <a:lstStyle>
            <a:lvl1pPr>
              <a:defRPr sz="76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314796" y="2346050"/>
            <a:ext cx="14664601" cy="11579372"/>
          </a:xfrm>
        </p:spPr>
        <p:txBody>
          <a:bodyPr/>
          <a:lstStyle>
            <a:lvl1pPr>
              <a:defRPr sz="7603"/>
            </a:lvl1pPr>
            <a:lvl2pPr>
              <a:defRPr sz="6653"/>
            </a:lvl2pPr>
            <a:lvl3pPr>
              <a:defRPr sz="5702"/>
            </a:lvl3pPr>
            <a:lvl4pPr>
              <a:defRPr sz="4752"/>
            </a:lvl4pPr>
            <a:lvl5pPr>
              <a:defRPr sz="4752"/>
            </a:lvl5pPr>
            <a:lvl6pPr>
              <a:defRPr sz="4752"/>
            </a:lvl6pPr>
            <a:lvl7pPr>
              <a:defRPr sz="4752"/>
            </a:lvl7pPr>
            <a:lvl8pPr>
              <a:defRPr sz="4752"/>
            </a:lvl8pPr>
            <a:lvl9pPr>
              <a:defRPr sz="4752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5263" y="4888230"/>
            <a:ext cx="9342647" cy="9056051"/>
          </a:xfrm>
        </p:spPr>
        <p:txBody>
          <a:bodyPr/>
          <a:lstStyle>
            <a:lvl1pPr marL="0" indent="0">
              <a:buNone/>
              <a:defRPr sz="3801"/>
            </a:lvl1pPr>
            <a:lvl2pPr marL="1086261" indent="0">
              <a:buNone/>
              <a:defRPr sz="3326"/>
            </a:lvl2pPr>
            <a:lvl3pPr marL="2172523" indent="0">
              <a:buNone/>
              <a:defRPr sz="2851"/>
            </a:lvl3pPr>
            <a:lvl4pPr marL="3258784" indent="0">
              <a:buNone/>
              <a:defRPr sz="2376"/>
            </a:lvl4pPr>
            <a:lvl5pPr marL="4345046" indent="0">
              <a:buNone/>
              <a:defRPr sz="2376"/>
            </a:lvl5pPr>
            <a:lvl6pPr marL="5431307" indent="0">
              <a:buNone/>
              <a:defRPr sz="2376"/>
            </a:lvl6pPr>
            <a:lvl7pPr marL="6517569" indent="0">
              <a:buNone/>
              <a:defRPr sz="2376"/>
            </a:lvl7pPr>
            <a:lvl8pPr marL="7603830" indent="0">
              <a:buNone/>
              <a:defRPr sz="2376"/>
            </a:lvl8pPr>
            <a:lvl9pPr marL="8690092" indent="0">
              <a:buNone/>
              <a:defRPr sz="237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2358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5263" y="1086273"/>
            <a:ext cx="9342647" cy="3801957"/>
          </a:xfrm>
        </p:spPr>
        <p:txBody>
          <a:bodyPr anchor="b"/>
          <a:lstStyle>
            <a:lvl1pPr>
              <a:defRPr sz="7603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314796" y="2346050"/>
            <a:ext cx="14664601" cy="11579372"/>
          </a:xfrm>
        </p:spPr>
        <p:txBody>
          <a:bodyPr anchor="t"/>
          <a:lstStyle>
            <a:lvl1pPr marL="0" indent="0">
              <a:buNone/>
              <a:defRPr sz="7603"/>
            </a:lvl1pPr>
            <a:lvl2pPr marL="1086261" indent="0">
              <a:buNone/>
              <a:defRPr sz="6653"/>
            </a:lvl2pPr>
            <a:lvl3pPr marL="2172523" indent="0">
              <a:buNone/>
              <a:defRPr sz="5702"/>
            </a:lvl3pPr>
            <a:lvl4pPr marL="3258784" indent="0">
              <a:buNone/>
              <a:defRPr sz="4752"/>
            </a:lvl4pPr>
            <a:lvl5pPr marL="4345046" indent="0">
              <a:buNone/>
              <a:defRPr sz="4752"/>
            </a:lvl5pPr>
            <a:lvl6pPr marL="5431307" indent="0">
              <a:buNone/>
              <a:defRPr sz="4752"/>
            </a:lvl6pPr>
            <a:lvl7pPr marL="6517569" indent="0">
              <a:buNone/>
              <a:defRPr sz="4752"/>
            </a:lvl7pPr>
            <a:lvl8pPr marL="7603830" indent="0">
              <a:buNone/>
              <a:defRPr sz="4752"/>
            </a:lvl8pPr>
            <a:lvl9pPr marL="8690092" indent="0">
              <a:buNone/>
              <a:defRPr sz="4752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5263" y="4888230"/>
            <a:ext cx="9342647" cy="9056051"/>
          </a:xfrm>
        </p:spPr>
        <p:txBody>
          <a:bodyPr/>
          <a:lstStyle>
            <a:lvl1pPr marL="0" indent="0">
              <a:buNone/>
              <a:defRPr sz="3801"/>
            </a:lvl1pPr>
            <a:lvl2pPr marL="1086261" indent="0">
              <a:buNone/>
              <a:defRPr sz="3326"/>
            </a:lvl2pPr>
            <a:lvl3pPr marL="2172523" indent="0">
              <a:buNone/>
              <a:defRPr sz="2851"/>
            </a:lvl3pPr>
            <a:lvl4pPr marL="3258784" indent="0">
              <a:buNone/>
              <a:defRPr sz="2376"/>
            </a:lvl4pPr>
            <a:lvl5pPr marL="4345046" indent="0">
              <a:buNone/>
              <a:defRPr sz="2376"/>
            </a:lvl5pPr>
            <a:lvl6pPr marL="5431307" indent="0">
              <a:buNone/>
              <a:defRPr sz="2376"/>
            </a:lvl6pPr>
            <a:lvl7pPr marL="6517569" indent="0">
              <a:buNone/>
              <a:defRPr sz="2376"/>
            </a:lvl7pPr>
            <a:lvl8pPr marL="7603830" indent="0">
              <a:buNone/>
              <a:defRPr sz="2376"/>
            </a:lvl8pPr>
            <a:lvl9pPr marL="8690092" indent="0">
              <a:buNone/>
              <a:defRPr sz="2376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66963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1755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0729590" y="867510"/>
            <a:ext cx="6246034" cy="1380849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91489" y="867510"/>
            <a:ext cx="18376012" cy="1380849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78225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411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91489" y="867511"/>
            <a:ext cx="24984135" cy="3149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91489" y="4337550"/>
            <a:ext cx="24984135" cy="103384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991489" y="15102218"/>
            <a:ext cx="6517600" cy="8675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4/18/2025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595356" y="15102218"/>
            <a:ext cx="9776401" cy="8675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458024" y="15102218"/>
            <a:ext cx="6517600" cy="86751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51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F15528-21DE-4FAA-801E-634DDDAF4B2B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5636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</p:sldLayoutIdLst>
  <p:txStyles>
    <p:titleStyle>
      <a:lvl1pPr algn="l" defTabSz="2172523" rtl="0" eaLnBrk="1" latinLnBrk="0" hangingPunct="1">
        <a:lnSpc>
          <a:spcPct val="90000"/>
        </a:lnSpc>
        <a:spcBef>
          <a:spcPct val="0"/>
        </a:spcBef>
        <a:buNone/>
        <a:defRPr sz="1045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43131" indent="-543131" algn="l" defTabSz="2172523" rtl="0" eaLnBrk="1" latinLnBrk="0" hangingPunct="1">
        <a:lnSpc>
          <a:spcPct val="90000"/>
        </a:lnSpc>
        <a:spcBef>
          <a:spcPts val="2376"/>
        </a:spcBef>
        <a:buFont typeface="Arial" panose="020B0604020202020204" pitchFamily="34" charset="0"/>
        <a:buChar char="•"/>
        <a:defRPr sz="6653" kern="1200">
          <a:solidFill>
            <a:schemeClr val="tx1"/>
          </a:solidFill>
          <a:latin typeface="+mn-lt"/>
          <a:ea typeface="+mn-ea"/>
          <a:cs typeface="+mn-cs"/>
        </a:defRPr>
      </a:lvl1pPr>
      <a:lvl2pPr marL="1629392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5702" kern="1200">
          <a:solidFill>
            <a:schemeClr val="tx1"/>
          </a:solidFill>
          <a:latin typeface="+mn-lt"/>
          <a:ea typeface="+mn-ea"/>
          <a:cs typeface="+mn-cs"/>
        </a:defRPr>
      </a:lvl2pPr>
      <a:lvl3pPr marL="2715654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752" kern="1200">
          <a:solidFill>
            <a:schemeClr val="tx1"/>
          </a:solidFill>
          <a:latin typeface="+mn-lt"/>
          <a:ea typeface="+mn-ea"/>
          <a:cs typeface="+mn-cs"/>
        </a:defRPr>
      </a:lvl3pPr>
      <a:lvl4pPr marL="3801915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4pPr>
      <a:lvl5pPr marL="4888177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5pPr>
      <a:lvl6pPr marL="5974438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6pPr>
      <a:lvl7pPr marL="7060700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7pPr>
      <a:lvl8pPr marL="8146961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8pPr>
      <a:lvl9pPr marL="9233223" indent="-543131" algn="l" defTabSz="2172523" rtl="0" eaLnBrk="1" latinLnBrk="0" hangingPunct="1">
        <a:lnSpc>
          <a:spcPct val="90000"/>
        </a:lnSpc>
        <a:spcBef>
          <a:spcPts val="1188"/>
        </a:spcBef>
        <a:buFont typeface="Arial" panose="020B0604020202020204" pitchFamily="34" charset="0"/>
        <a:buChar char="•"/>
        <a:defRPr sz="42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1pPr>
      <a:lvl2pPr marL="1086261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2pPr>
      <a:lvl3pPr marL="2172523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3pPr>
      <a:lvl4pPr marL="3258784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4pPr>
      <a:lvl5pPr marL="4345046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5pPr>
      <a:lvl6pPr marL="5431307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6pPr>
      <a:lvl7pPr marL="6517569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7pPr>
      <a:lvl8pPr marL="7603830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8pPr>
      <a:lvl9pPr marL="8690092" algn="l" defTabSz="2172523" rtl="0" eaLnBrk="1" latinLnBrk="0" hangingPunct="1">
        <a:defRPr sz="42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beginnersbook.com/2017/10/java-add-days-to-date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s://github.com/CCT-College-Dublin/ca1-40-hugoviegas/" TargetMode="Externa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10" Type="http://schemas.openxmlformats.org/officeDocument/2006/relationships/image" Target="../media/image5.png"/><Relationship Id="rId4" Type="http://schemas.openxmlformats.org/officeDocument/2006/relationships/hyperlink" Target="https://docs.oracle.com/javase/8/docs/api/java/lang/String.html" TargetMode="External"/><Relationship Id="rId9" Type="http://schemas.openxmlformats.org/officeDocument/2006/relationships/hyperlink" Target="https://youtu.be/GsXkv2TZU8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433933" y="2476303"/>
            <a:ext cx="3352800" cy="149053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2400" b="1" dirty="0">
                <a:latin typeface="Arial"/>
                <a:cs typeface="Arial"/>
              </a:rPr>
              <a:t>JAVA </a:t>
            </a:r>
            <a:r>
              <a:rPr sz="2400" b="1" spc="-10" dirty="0">
                <a:latin typeface="Arial"/>
                <a:cs typeface="Arial"/>
              </a:rPr>
              <a:t>APLICATION</a:t>
            </a:r>
            <a:endParaRPr sz="2400" dirty="0">
              <a:latin typeface="Arial"/>
              <a:cs typeface="Arial"/>
            </a:endParaRPr>
          </a:p>
          <a:p>
            <a:pPr marL="12700">
              <a:spcBef>
                <a:spcPts val="1540"/>
              </a:spcBef>
            </a:pPr>
            <a:r>
              <a:rPr sz="1300" dirty="0">
                <a:latin typeface="Arial"/>
                <a:cs typeface="Arial"/>
              </a:rPr>
              <a:t>Cake</a:t>
            </a:r>
            <a:r>
              <a:rPr sz="1300" spc="170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Class</a:t>
            </a:r>
            <a:endParaRPr sz="1300" dirty="0">
              <a:latin typeface="Arial"/>
              <a:cs typeface="Arial"/>
            </a:endParaRPr>
          </a:p>
          <a:p>
            <a:pPr marL="12700" marR="5080">
              <a:lnSpc>
                <a:spcPct val="119400"/>
              </a:lnSpc>
            </a:pPr>
            <a:r>
              <a:rPr sz="1300" dirty="0">
                <a:latin typeface="Arial"/>
                <a:cs typeface="Arial"/>
              </a:rPr>
              <a:t>Holds</a:t>
            </a:r>
            <a:r>
              <a:rPr sz="1300" spc="2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cake</a:t>
            </a:r>
            <a:r>
              <a:rPr sz="1300" spc="24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properties</a:t>
            </a:r>
            <a:r>
              <a:rPr sz="1300" spc="24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(flavor,</a:t>
            </a:r>
            <a:r>
              <a:rPr sz="1300" spc="23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weight,</a:t>
            </a:r>
            <a:r>
              <a:rPr sz="1300" spc="235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best- </a:t>
            </a:r>
            <a:r>
              <a:rPr sz="1300" dirty="0">
                <a:latin typeface="Arial"/>
                <a:cs typeface="Arial"/>
              </a:rPr>
              <a:t>before</a:t>
            </a:r>
            <a:r>
              <a:rPr sz="1300" spc="20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date,</a:t>
            </a:r>
            <a:r>
              <a:rPr sz="1300" spc="1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added</a:t>
            </a:r>
            <a:r>
              <a:rPr sz="1300" spc="204" dirty="0">
                <a:latin typeface="Arial"/>
                <a:cs typeface="Arial"/>
              </a:rPr>
              <a:t> </a:t>
            </a:r>
            <a:r>
              <a:rPr sz="1300" spc="-10" dirty="0">
                <a:latin typeface="Arial"/>
                <a:cs typeface="Arial"/>
              </a:rPr>
              <a:t>date).</a:t>
            </a:r>
            <a:endParaRPr sz="1300" dirty="0">
              <a:latin typeface="Arial"/>
              <a:cs typeface="Arial"/>
            </a:endParaRPr>
          </a:p>
          <a:p>
            <a:pPr marL="12700">
              <a:spcBef>
                <a:spcPts val="300"/>
              </a:spcBef>
            </a:pPr>
            <a:r>
              <a:rPr sz="1300" dirty="0">
                <a:latin typeface="Arial"/>
                <a:cs typeface="Arial"/>
              </a:rPr>
              <a:t>A</a:t>
            </a:r>
            <a:r>
              <a:rPr sz="1300" spc="1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short</a:t>
            </a:r>
            <a:r>
              <a:rPr sz="1300" spc="19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class</a:t>
            </a:r>
            <a:r>
              <a:rPr sz="1300" spc="195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proprieties</a:t>
            </a:r>
            <a:r>
              <a:rPr sz="1300" spc="190" dirty="0">
                <a:latin typeface="Arial"/>
                <a:cs typeface="Arial"/>
              </a:rPr>
              <a:t> </a:t>
            </a:r>
            <a:r>
              <a:rPr sz="1300" dirty="0">
                <a:latin typeface="Arial"/>
                <a:cs typeface="Arial"/>
              </a:rPr>
              <a:t>from</a:t>
            </a:r>
            <a:r>
              <a:rPr sz="1300" spc="195" dirty="0">
                <a:latin typeface="Arial"/>
                <a:cs typeface="Arial"/>
              </a:rPr>
              <a:t> </a:t>
            </a:r>
            <a:r>
              <a:rPr sz="1300" spc="-20" dirty="0">
                <a:latin typeface="Arial"/>
                <a:cs typeface="Arial"/>
              </a:rPr>
              <a:t>Cake:</a:t>
            </a:r>
            <a:endParaRPr sz="13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433933" y="4089405"/>
            <a:ext cx="3405504" cy="14446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90500" marR="1103630" indent="-178435">
              <a:lnSpc>
                <a:spcPct val="119400"/>
              </a:lnSpc>
              <a:spcBef>
                <a:spcPts val="90"/>
              </a:spcBef>
            </a:pPr>
            <a:r>
              <a:rPr sz="1300" dirty="0">
                <a:latin typeface="Lucida Sans"/>
                <a:cs typeface="Lucida Sans"/>
              </a:rPr>
              <a:t>public</a:t>
            </a:r>
            <a:r>
              <a:rPr sz="1300" spc="16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String</a:t>
            </a:r>
            <a:r>
              <a:rPr sz="1300" spc="16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toString()</a:t>
            </a:r>
            <a:r>
              <a:rPr sz="1300" spc="165" dirty="0">
                <a:latin typeface="Lucida Sans"/>
                <a:cs typeface="Lucida Sans"/>
              </a:rPr>
              <a:t> </a:t>
            </a:r>
            <a:r>
              <a:rPr sz="1300" spc="-50" dirty="0">
                <a:latin typeface="Lucida Sans"/>
                <a:cs typeface="Lucida Sans"/>
              </a:rPr>
              <a:t>{ </a:t>
            </a:r>
            <a:r>
              <a:rPr sz="1300" dirty="0">
                <a:latin typeface="Lucida Sans"/>
                <a:cs typeface="Lucida Sans"/>
              </a:rPr>
              <a:t>return</a:t>
            </a:r>
            <a:r>
              <a:rPr sz="1300" spc="1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flavor</a:t>
            </a:r>
            <a:r>
              <a:rPr sz="1300" spc="20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20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"</a:t>
            </a:r>
            <a:r>
              <a:rPr sz="1300" spc="20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cake\n"</a:t>
            </a:r>
            <a:r>
              <a:rPr sz="1300" spc="20" dirty="0">
                <a:latin typeface="Lucida Sans"/>
                <a:cs typeface="Lucida Sans"/>
              </a:rPr>
              <a:t> </a:t>
            </a:r>
            <a:r>
              <a:rPr sz="1300" spc="-50" dirty="0">
                <a:latin typeface="Lucida Sans"/>
                <a:cs typeface="Lucida Sans"/>
              </a:rPr>
              <a:t>+</a:t>
            </a:r>
            <a:endParaRPr sz="1300" dirty="0">
              <a:latin typeface="Lucida Sans"/>
              <a:cs typeface="Lucida Sans"/>
            </a:endParaRPr>
          </a:p>
          <a:p>
            <a:pPr marL="501650">
              <a:spcBef>
                <a:spcPts val="300"/>
              </a:spcBef>
            </a:pPr>
            <a:r>
              <a:rPr sz="1300" dirty="0">
                <a:latin typeface="Lucida Sans"/>
                <a:cs typeface="Lucida Sans"/>
              </a:rPr>
              <a:t>"Weight:</a:t>
            </a:r>
            <a:r>
              <a:rPr sz="1300" spc="20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"</a:t>
            </a:r>
            <a:r>
              <a:rPr sz="1300" spc="25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2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weight</a:t>
            </a:r>
            <a:r>
              <a:rPr sz="1300" spc="25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2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"g\n"</a:t>
            </a:r>
            <a:r>
              <a:rPr sz="1300" spc="25" dirty="0">
                <a:latin typeface="Lucida Sans"/>
                <a:cs typeface="Lucida Sans"/>
              </a:rPr>
              <a:t> </a:t>
            </a:r>
            <a:r>
              <a:rPr sz="1300" spc="-50" dirty="0">
                <a:latin typeface="Lucida Sans"/>
                <a:cs typeface="Lucida Sans"/>
              </a:rPr>
              <a:t>+</a:t>
            </a:r>
            <a:endParaRPr sz="1300" dirty="0">
              <a:latin typeface="Lucida Sans"/>
              <a:cs typeface="Lucida Sans"/>
            </a:endParaRPr>
          </a:p>
          <a:p>
            <a:pPr marL="501650" marR="5080">
              <a:lnSpc>
                <a:spcPct val="119400"/>
              </a:lnSpc>
            </a:pPr>
            <a:r>
              <a:rPr sz="1300" dirty="0">
                <a:latin typeface="Lucida Sans"/>
                <a:cs typeface="Lucida Sans"/>
              </a:rPr>
              <a:t>"Best</a:t>
            </a:r>
            <a:r>
              <a:rPr sz="1300" spc="3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before:</a:t>
            </a:r>
            <a:r>
              <a:rPr sz="1300" spc="3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"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35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bestBefore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35" dirty="0">
                <a:latin typeface="Lucida Sans"/>
                <a:cs typeface="Lucida Sans"/>
              </a:rPr>
              <a:t> </a:t>
            </a:r>
            <a:r>
              <a:rPr sz="1300" spc="-10" dirty="0">
                <a:latin typeface="Lucida Sans"/>
                <a:cs typeface="Lucida Sans"/>
              </a:rPr>
              <a:t>"\n"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-50" dirty="0">
                <a:latin typeface="Lucida Sans"/>
                <a:cs typeface="Lucida Sans"/>
              </a:rPr>
              <a:t>+ </a:t>
            </a:r>
            <a:r>
              <a:rPr sz="1300" dirty="0">
                <a:latin typeface="Lucida Sans"/>
                <a:cs typeface="Lucida Sans"/>
              </a:rPr>
              <a:t>"Date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added: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dirty="0">
                <a:latin typeface="Lucida Sans"/>
                <a:cs typeface="Lucida Sans"/>
              </a:rPr>
              <a:t>"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50" dirty="0">
                <a:latin typeface="Lucida Sans"/>
                <a:cs typeface="Lucida Sans"/>
              </a:rPr>
              <a:t>dateAdded</a:t>
            </a:r>
            <a:r>
              <a:rPr sz="1300" spc="40" dirty="0">
                <a:latin typeface="Lucida Sans"/>
                <a:cs typeface="Lucida Sans"/>
              </a:rPr>
              <a:t> </a:t>
            </a:r>
            <a:r>
              <a:rPr sz="1300" spc="-80" dirty="0">
                <a:latin typeface="Lucida Sans"/>
                <a:cs typeface="Lucida Sans"/>
              </a:rPr>
              <a:t>+</a:t>
            </a:r>
            <a:r>
              <a:rPr sz="1300" spc="45" dirty="0">
                <a:latin typeface="Lucida Sans"/>
                <a:cs typeface="Lucida Sans"/>
              </a:rPr>
              <a:t> </a:t>
            </a:r>
            <a:r>
              <a:rPr sz="1300" spc="-20" dirty="0">
                <a:latin typeface="Lucida Sans"/>
                <a:cs typeface="Lucida Sans"/>
              </a:rPr>
              <a:t>"\n";</a:t>
            </a:r>
            <a:endParaRPr sz="1300" dirty="0">
              <a:latin typeface="Lucida Sans"/>
              <a:cs typeface="Lucida Sans"/>
            </a:endParaRPr>
          </a:p>
          <a:p>
            <a:pPr marL="12700">
              <a:spcBef>
                <a:spcPts val="305"/>
              </a:spcBef>
            </a:pPr>
            <a:r>
              <a:rPr sz="1300" spc="-50" dirty="0">
                <a:latin typeface="Lucida Sans"/>
                <a:cs typeface="Lucida Sans"/>
              </a:rPr>
              <a:t>}</a:t>
            </a:r>
            <a:endParaRPr sz="1300" dirty="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433933" y="5797133"/>
            <a:ext cx="9726877" cy="369562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dirty="0">
                <a:latin typeface="Arial"/>
                <a:cs typeface="Arial"/>
              </a:rPr>
              <a:t>The</a:t>
            </a:r>
            <a:r>
              <a:rPr spc="1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has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comboBox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input</a:t>
            </a:r>
            <a:r>
              <a:rPr spc="1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displays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flavor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options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user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1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spinners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expiration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date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weights.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explain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how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</a:t>
            </a:r>
            <a:r>
              <a:rPr spc="17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works:</a:t>
            </a:r>
            <a:endParaRPr lang="pt-BR" spc="-10" dirty="0">
              <a:latin typeface="Arial"/>
              <a:cs typeface="Arial"/>
            </a:endParaRPr>
          </a:p>
          <a:p>
            <a:pPr marL="298450" indent="-285750"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spc="10" dirty="0">
                <a:latin typeface="Arial"/>
                <a:cs typeface="Arial"/>
              </a:rPr>
              <a:t>We</a:t>
            </a:r>
            <a:r>
              <a:rPr lang="en-US" spc="145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have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a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`</a:t>
            </a:r>
            <a:r>
              <a:rPr lang="en-US" spc="10" dirty="0" err="1">
                <a:latin typeface="Arial"/>
                <a:cs typeface="Arial"/>
              </a:rPr>
              <a:t>getSelectedItem</a:t>
            </a:r>
            <a:r>
              <a:rPr lang="en-US" spc="10" dirty="0">
                <a:latin typeface="Arial"/>
                <a:cs typeface="Arial"/>
              </a:rPr>
              <a:t>`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method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for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the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 err="1">
                <a:latin typeface="Arial"/>
                <a:cs typeface="Arial"/>
              </a:rPr>
              <a:t>comboBox</a:t>
            </a:r>
            <a:r>
              <a:rPr lang="en-US" spc="10" dirty="0">
                <a:latin typeface="Arial"/>
                <a:cs typeface="Arial"/>
              </a:rPr>
              <a:t>.</a:t>
            </a:r>
            <a:r>
              <a:rPr lang="en-US" spc="145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Using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this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prevents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the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user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from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entering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different</a:t>
            </a:r>
            <a:r>
              <a:rPr lang="en-US" spc="145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flavors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or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making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typos,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spc="10" dirty="0">
                <a:latin typeface="Arial"/>
                <a:cs typeface="Arial"/>
              </a:rPr>
              <a:t>making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the </a:t>
            </a:r>
            <a:r>
              <a:rPr lang="en-US" dirty="0">
                <a:latin typeface="Arial"/>
                <a:cs typeface="Arial"/>
              </a:rPr>
              <a:t>process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easy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quick.</a:t>
            </a:r>
          </a:p>
          <a:p>
            <a:pPr marL="298450" marR="5080" indent="-285750">
              <a:lnSpc>
                <a:spcPct val="119400"/>
              </a:lnSpc>
              <a:spcBef>
                <a:spcPts val="9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For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expiration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date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input,</a:t>
            </a:r>
            <a:r>
              <a:rPr lang="en-US" spc="1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created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complex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validation.</a:t>
            </a:r>
            <a:r>
              <a:rPr lang="en-US" spc="1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My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idea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was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simplify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things,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so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best</a:t>
            </a:r>
            <a:r>
              <a:rPr lang="en-US" spc="1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approach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</a:t>
            </a:r>
            <a:r>
              <a:rPr lang="en-US" spc="16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found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was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allow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user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just </a:t>
            </a:r>
            <a:r>
              <a:rPr lang="en-US" dirty="0">
                <a:latin typeface="Arial"/>
                <a:cs typeface="Arial"/>
              </a:rPr>
              <a:t>enter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how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many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days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until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cake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expires.</a:t>
            </a:r>
            <a:r>
              <a:rPr lang="en-US" spc="1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validation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then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automatically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adds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that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number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days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8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current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date.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By</a:t>
            </a:r>
            <a:r>
              <a:rPr lang="en-US" spc="18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using </a:t>
            </a:r>
            <a:r>
              <a:rPr lang="en-US" dirty="0">
                <a:latin typeface="Arial"/>
                <a:cs typeface="Arial"/>
              </a:rPr>
              <a:t>`DAY_OF_MONTH`</a:t>
            </a:r>
            <a:r>
              <a:rPr lang="en-US" spc="1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calendar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library,</a:t>
            </a:r>
            <a:r>
              <a:rPr lang="en-US" spc="1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we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can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obtain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current</a:t>
            </a:r>
            <a:r>
              <a:rPr lang="en-US" spc="19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system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date,</a:t>
            </a:r>
            <a:r>
              <a:rPr lang="en-US" spc="19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which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also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prevents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user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from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inputting</a:t>
            </a:r>
            <a:r>
              <a:rPr lang="en-US" spc="20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incorrect</a:t>
            </a:r>
            <a:r>
              <a:rPr lang="en-US" spc="19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dates. </a:t>
            </a:r>
            <a:r>
              <a:rPr lang="en-US" dirty="0">
                <a:latin typeface="Arial"/>
                <a:cs typeface="Arial"/>
              </a:rPr>
              <a:t>Additionally,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this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restricts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value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between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7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14</a:t>
            </a:r>
            <a:r>
              <a:rPr lang="en-US" spc="17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days.</a:t>
            </a:r>
            <a:endParaRPr lang="en-US" dirty="0">
              <a:latin typeface="Arial"/>
              <a:cs typeface="Arial"/>
            </a:endParaRPr>
          </a:p>
          <a:p>
            <a:pPr marL="298450" indent="-285750">
              <a:spcBef>
                <a:spcPts val="135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Arial"/>
                <a:cs typeface="Arial"/>
              </a:rPr>
              <a:t>For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weight,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</a:t>
            </a:r>
            <a:r>
              <a:rPr lang="en-US" spc="1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also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spinner,</a:t>
            </a:r>
            <a:r>
              <a:rPr lang="en-US" spc="1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but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it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is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simple: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 err="1">
                <a:latin typeface="Arial"/>
                <a:cs typeface="Arial"/>
              </a:rPr>
              <a:t>seted</a:t>
            </a:r>
            <a:r>
              <a:rPr lang="en-US" spc="1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step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50,</a:t>
            </a:r>
            <a:r>
              <a:rPr lang="en-US" spc="1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with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minimum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100g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maximum</a:t>
            </a:r>
            <a:r>
              <a:rPr lang="en-US" spc="14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1500g.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15156" y="4095338"/>
            <a:ext cx="10978536" cy="4015523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 algn="just">
              <a:spcBef>
                <a:spcPts val="1280"/>
              </a:spcBef>
            </a:pPr>
            <a:r>
              <a:rPr sz="2400" b="1" dirty="0">
                <a:latin typeface="Arial"/>
                <a:cs typeface="Arial"/>
              </a:rPr>
              <a:t>QUEUE </a:t>
            </a:r>
            <a:r>
              <a:rPr sz="2400" b="1" spc="-10" dirty="0">
                <a:latin typeface="Arial"/>
                <a:cs typeface="Arial"/>
              </a:rPr>
              <a:t>(FIFO)</a:t>
            </a:r>
            <a:endParaRPr sz="2400" dirty="0">
              <a:latin typeface="Arial"/>
              <a:cs typeface="Arial"/>
            </a:endParaRPr>
          </a:p>
          <a:p>
            <a:pPr marL="43815" marR="5080" algn="just">
              <a:lnSpc>
                <a:spcPct val="119400"/>
              </a:lnSpc>
              <a:spcBef>
                <a:spcPts val="560"/>
              </a:spcBef>
            </a:pPr>
            <a:r>
              <a:rPr dirty="0">
                <a:latin typeface="Arial"/>
                <a:cs typeface="Arial"/>
              </a:rPr>
              <a:t>The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most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efficient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data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structure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for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this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bakery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scenario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queue,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explain</a:t>
            </a:r>
            <a:r>
              <a:rPr spc="70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why, </a:t>
            </a:r>
            <a:r>
              <a:rPr dirty="0">
                <a:latin typeface="Arial"/>
                <a:cs typeface="Arial"/>
              </a:rPr>
              <a:t>I'll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provide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2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practical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example.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2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real-world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cake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baking,</a:t>
            </a:r>
            <a:r>
              <a:rPr spc="2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we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follow</a:t>
            </a:r>
            <a:r>
              <a:rPr spc="23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24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specific</a:t>
            </a:r>
            <a:r>
              <a:rPr spc="23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timeline: </a:t>
            </a:r>
            <a:r>
              <a:rPr dirty="0">
                <a:latin typeface="Arial"/>
                <a:cs typeface="Arial"/>
              </a:rPr>
              <a:t>approximately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10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minutes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prepare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ingredients,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30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minutes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bake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2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oven,</a:t>
            </a:r>
            <a:r>
              <a:rPr spc="27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and </a:t>
            </a:r>
            <a:r>
              <a:rPr dirty="0">
                <a:latin typeface="Arial"/>
                <a:cs typeface="Arial"/>
              </a:rPr>
              <a:t>then</a:t>
            </a:r>
            <a:r>
              <a:rPr spc="22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removal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before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burning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occurs.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This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process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naturally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demands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22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First-In-First-</a:t>
            </a:r>
            <a:r>
              <a:rPr spc="-25" dirty="0">
                <a:latin typeface="Arial"/>
                <a:cs typeface="Arial"/>
              </a:rPr>
              <a:t>Out </a:t>
            </a:r>
            <a:r>
              <a:rPr dirty="0">
                <a:latin typeface="Arial"/>
                <a:cs typeface="Arial"/>
              </a:rPr>
              <a:t>(FIFO)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approach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cake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placed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oven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must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</a:t>
            </a:r>
            <a:r>
              <a:rPr spc="14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one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removed</a:t>
            </a:r>
            <a:r>
              <a:rPr spc="14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when </a:t>
            </a:r>
            <a:r>
              <a:rPr dirty="0">
                <a:latin typeface="Arial"/>
                <a:cs typeface="Arial"/>
              </a:rPr>
              <a:t>it's</a:t>
            </a:r>
            <a:r>
              <a:rPr spc="4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ready.</a:t>
            </a:r>
            <a:endParaRPr lang="pt-BR" spc="-10" dirty="0">
              <a:latin typeface="Arial"/>
              <a:cs typeface="Arial"/>
            </a:endParaRPr>
          </a:p>
          <a:p>
            <a:pPr marL="43815" marR="5080" algn="just">
              <a:lnSpc>
                <a:spcPct val="119400"/>
              </a:lnSpc>
              <a:spcBef>
                <a:spcPts val="560"/>
              </a:spcBef>
            </a:pPr>
            <a:r>
              <a:rPr lang="en-US" dirty="0">
                <a:latin typeface="Arial"/>
                <a:cs typeface="Arial"/>
              </a:rPr>
              <a:t>My</a:t>
            </a:r>
            <a:r>
              <a:rPr lang="en-US" spc="31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implementation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uses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Java's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queue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functionality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manage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this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process</a:t>
            </a:r>
            <a:r>
              <a:rPr lang="en-US" spc="315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effectively. </a:t>
            </a:r>
            <a:r>
              <a:rPr lang="en-US" dirty="0">
                <a:latin typeface="Arial"/>
                <a:cs typeface="Arial"/>
              </a:rPr>
              <a:t>When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utilizing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"enqueue"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operation,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add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new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cake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to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end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38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queue, </a:t>
            </a:r>
            <a:r>
              <a:rPr lang="en-US" dirty="0">
                <a:latin typeface="Arial"/>
                <a:cs typeface="Arial"/>
              </a:rPr>
              <a:t>simulating</a:t>
            </a:r>
            <a:r>
              <a:rPr lang="en-US" spc="3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cake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being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prepared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and</a:t>
            </a:r>
            <a:r>
              <a:rPr lang="en-US" spc="33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placed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in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oven.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Conversely,</a:t>
            </a:r>
            <a:r>
              <a:rPr lang="en-US" spc="33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33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"dequeue" </a:t>
            </a:r>
            <a:r>
              <a:rPr lang="en-US" dirty="0">
                <a:latin typeface="Arial"/>
                <a:cs typeface="Arial"/>
              </a:rPr>
              <a:t>operation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removes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cake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from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front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queue,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representing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removal</a:t>
            </a:r>
            <a:r>
              <a:rPr lang="en-US" spc="17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of</a:t>
            </a:r>
            <a:r>
              <a:rPr lang="en-US" spc="165" dirty="0">
                <a:latin typeface="Arial"/>
                <a:cs typeface="Arial"/>
              </a:rPr>
              <a:t> </a:t>
            </a:r>
            <a:r>
              <a:rPr lang="en-US" spc="-25" dirty="0">
                <a:latin typeface="Arial"/>
                <a:cs typeface="Arial"/>
              </a:rPr>
              <a:t>the </a:t>
            </a:r>
            <a:r>
              <a:rPr lang="en-US" dirty="0">
                <a:latin typeface="Arial"/>
                <a:cs typeface="Arial"/>
              </a:rPr>
              <a:t>first</a:t>
            </a:r>
            <a:r>
              <a:rPr lang="en-US" spc="250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cake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that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entered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the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oven.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This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approach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ensures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fair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processing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where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no</a:t>
            </a:r>
            <a:r>
              <a:rPr lang="en-US" spc="254" dirty="0">
                <a:latin typeface="Arial"/>
                <a:cs typeface="Arial"/>
              </a:rPr>
              <a:t> </a:t>
            </a:r>
            <a:r>
              <a:rPr lang="en-US" spc="-20" dirty="0">
                <a:latin typeface="Arial"/>
                <a:cs typeface="Arial"/>
              </a:rPr>
              <a:t>cake </a:t>
            </a:r>
            <a:r>
              <a:rPr lang="en-US" dirty="0">
                <a:latin typeface="Arial"/>
                <a:cs typeface="Arial"/>
              </a:rPr>
              <a:t>gets</a:t>
            </a:r>
            <a:r>
              <a:rPr lang="en-US" spc="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overlooked</a:t>
            </a:r>
            <a:r>
              <a:rPr lang="en-US" spc="75" dirty="0">
                <a:latin typeface="Arial"/>
                <a:cs typeface="Arial"/>
              </a:rPr>
              <a:t> </a:t>
            </a:r>
            <a:r>
              <a:rPr lang="en-US" dirty="0">
                <a:latin typeface="Arial"/>
                <a:cs typeface="Arial"/>
              </a:rPr>
              <a:t>or</a:t>
            </a:r>
            <a:r>
              <a:rPr lang="en-US" spc="80" dirty="0">
                <a:latin typeface="Arial"/>
                <a:cs typeface="Arial"/>
              </a:rPr>
              <a:t> </a:t>
            </a:r>
            <a:r>
              <a:rPr lang="en-US" spc="-10" dirty="0">
                <a:latin typeface="Arial"/>
                <a:cs typeface="Arial"/>
              </a:rPr>
              <a:t>overcooked.</a:t>
            </a:r>
            <a:endParaRPr lang="en-US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15156" y="12594474"/>
            <a:ext cx="10674119" cy="1981953"/>
          </a:xfrm>
          <a:prstGeom prst="rect">
            <a:avLst/>
          </a:prstGeom>
        </p:spPr>
        <p:txBody>
          <a:bodyPr vert="horz" wrap="square" lIns="0" tIns="50165" rIns="0" bIns="0" rtlCol="0">
            <a:spAutoFit/>
          </a:bodyPr>
          <a:lstStyle/>
          <a:p>
            <a:pPr marL="12700">
              <a:spcBef>
                <a:spcPts val="395"/>
              </a:spcBef>
            </a:pPr>
            <a:r>
              <a:rPr dirty="0">
                <a:latin typeface="Arial"/>
                <a:cs typeface="Arial"/>
              </a:rPr>
              <a:t>Advantages</a:t>
            </a:r>
            <a:r>
              <a:rPr spc="8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8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Using</a:t>
            </a:r>
            <a:r>
              <a:rPr spc="85" dirty="0">
                <a:latin typeface="Arial"/>
                <a:cs typeface="Arial"/>
              </a:rPr>
              <a:t> </a:t>
            </a:r>
            <a:r>
              <a:rPr spc="-20" dirty="0">
                <a:latin typeface="Arial"/>
                <a:cs typeface="Arial"/>
              </a:rPr>
              <a:t>FIFO</a:t>
            </a:r>
            <a:endParaRPr dirty="0">
              <a:latin typeface="Arial"/>
              <a:cs typeface="Arial"/>
            </a:endParaRPr>
          </a:p>
          <a:p>
            <a:pPr marL="58674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dirty="0">
                <a:latin typeface="Arial"/>
                <a:cs typeface="Arial"/>
              </a:rPr>
              <a:t>Can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remove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that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was</a:t>
            </a:r>
            <a:r>
              <a:rPr spc="6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inserted.</a:t>
            </a:r>
            <a:endParaRPr dirty="0">
              <a:latin typeface="Arial"/>
              <a:cs typeface="Arial"/>
            </a:endParaRPr>
          </a:p>
          <a:p>
            <a:pPr marL="58674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dirty="0">
                <a:latin typeface="Arial"/>
                <a:cs typeface="Arial"/>
              </a:rPr>
              <a:t>Follow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order,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keeping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all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same</a:t>
            </a:r>
            <a:r>
              <a:rPr spc="6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order.</a:t>
            </a:r>
            <a:endParaRPr dirty="0">
              <a:latin typeface="Arial"/>
              <a:cs typeface="Arial"/>
            </a:endParaRPr>
          </a:p>
          <a:p>
            <a:pPr marL="12700">
              <a:spcBef>
                <a:spcPts val="875"/>
              </a:spcBef>
            </a:pPr>
            <a:r>
              <a:rPr spc="-10" dirty="0">
                <a:latin typeface="Arial"/>
                <a:cs typeface="Arial"/>
              </a:rPr>
              <a:t>Limitations</a:t>
            </a:r>
            <a:endParaRPr dirty="0">
              <a:latin typeface="Arial"/>
              <a:cs typeface="Arial"/>
            </a:endParaRPr>
          </a:p>
          <a:p>
            <a:pPr marL="58674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dirty="0">
                <a:latin typeface="Arial"/>
                <a:cs typeface="Arial"/>
              </a:rPr>
              <a:t>Fixed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order: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Urgent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items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can’t</a:t>
            </a:r>
            <a:r>
              <a:rPr spc="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be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moved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up</a:t>
            </a:r>
            <a:r>
              <a:rPr spc="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6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line.</a:t>
            </a:r>
            <a:endParaRPr dirty="0">
              <a:latin typeface="Arial"/>
              <a:cs typeface="Arial"/>
            </a:endParaRPr>
          </a:p>
          <a:p>
            <a:pPr marL="58674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dirty="0">
                <a:latin typeface="Arial"/>
                <a:cs typeface="Arial"/>
              </a:rPr>
              <a:t>Fixed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Capacity: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Oven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queue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limited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five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cakes,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so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overflow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handling</a:t>
            </a:r>
            <a:r>
              <a:rPr spc="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is</a:t>
            </a:r>
            <a:r>
              <a:rPr spc="7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required.</a:t>
            </a:r>
            <a:endParaRPr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415149" y="1301063"/>
            <a:ext cx="23784404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77595" marR="4227195" indent="-1065530">
              <a:spcBef>
                <a:spcPts val="1600"/>
              </a:spcBef>
            </a:pPr>
            <a:r>
              <a:rPr sz="1400" dirty="0">
                <a:latin typeface="Arial"/>
                <a:cs typeface="Arial"/>
              </a:rPr>
              <a:t>Useful</a:t>
            </a:r>
            <a:r>
              <a:rPr sz="1400" spc="240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links:</a:t>
            </a:r>
            <a:r>
              <a:rPr sz="1400" spc="2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GitHub</a:t>
            </a:r>
            <a:r>
              <a:rPr sz="1400" spc="245" dirty="0">
                <a:latin typeface="Arial"/>
                <a:cs typeface="Arial"/>
              </a:rPr>
              <a:t> </a:t>
            </a:r>
            <a:r>
              <a:rPr sz="1400" dirty="0">
                <a:latin typeface="Arial"/>
                <a:cs typeface="Arial"/>
              </a:rPr>
              <a:t>repository:</a:t>
            </a:r>
            <a:r>
              <a:rPr sz="1400" spc="245" dirty="0">
                <a:latin typeface="Arial"/>
                <a:cs typeface="Arial"/>
              </a:rPr>
              <a:t> </a:t>
            </a:r>
            <a:r>
              <a:rPr sz="1400"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https://github.com/CCT-College-Dublin/ca1-40-</a:t>
            </a:r>
            <a:r>
              <a:rPr sz="1400"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2"/>
              </a:rPr>
              <a:t>hugoviegas/</a:t>
            </a:r>
            <a:endParaRPr lang="en-GB" sz="1400" u="heavy" spc="-10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15155" y="15210210"/>
            <a:ext cx="2003367" cy="324448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</a:pPr>
            <a:r>
              <a:rPr sz="2000" spc="-10" dirty="0">
                <a:latin typeface="Arial"/>
                <a:cs typeface="Arial"/>
              </a:rPr>
              <a:t>REFERENCES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67556" y="1301178"/>
            <a:ext cx="4044336" cy="49943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Student:</a:t>
            </a:r>
            <a:r>
              <a:rPr lang="pt-BR" sz="1400" spc="-10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Hugo</a:t>
            </a:r>
            <a:r>
              <a:rPr lang="en-GB" sz="1400" spc="95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Gabriel</a:t>
            </a:r>
            <a:r>
              <a:rPr lang="en-GB" sz="1400" spc="100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Henriques</a:t>
            </a:r>
            <a:r>
              <a:rPr lang="en-GB" sz="1400" spc="100" dirty="0">
                <a:latin typeface="Arial"/>
                <a:cs typeface="Arial"/>
              </a:rPr>
              <a:t> </a:t>
            </a:r>
            <a:r>
              <a:rPr lang="en-GB" sz="1400" spc="-10" dirty="0">
                <a:latin typeface="Arial"/>
                <a:cs typeface="Arial"/>
              </a:rPr>
              <a:t>Viegas</a:t>
            </a:r>
            <a:endParaRPr lang="en-GB" sz="1400" dirty="0">
              <a:latin typeface="Arial"/>
              <a:cs typeface="Arial"/>
            </a:endParaRPr>
          </a:p>
          <a:p>
            <a:pPr marL="12700" marR="5080">
              <a:lnSpc>
                <a:spcPct val="114900"/>
              </a:lnSpc>
              <a:spcBef>
                <a:spcPts val="95"/>
              </a:spcBef>
            </a:pPr>
            <a:r>
              <a:rPr sz="1400" spc="-10" dirty="0">
                <a:latin typeface="Arial"/>
                <a:cs typeface="Arial"/>
              </a:rPr>
              <a:t> Lecturer:</a:t>
            </a:r>
            <a:r>
              <a:rPr lang="pt-BR" sz="1400" spc="-10" dirty="0">
                <a:latin typeface="Arial"/>
                <a:cs typeface="Arial"/>
              </a:rPr>
              <a:t> </a:t>
            </a:r>
            <a:r>
              <a:rPr lang="en-GB" sz="1400" dirty="0">
                <a:latin typeface="Arial"/>
                <a:cs typeface="Arial"/>
              </a:rPr>
              <a:t>Muhammad</a:t>
            </a:r>
            <a:r>
              <a:rPr lang="en-GB" sz="1400" spc="150" dirty="0">
                <a:latin typeface="Arial"/>
                <a:cs typeface="Arial"/>
              </a:rPr>
              <a:t> </a:t>
            </a:r>
            <a:r>
              <a:rPr lang="en-GB" sz="1400" spc="-10" dirty="0">
                <a:latin typeface="Arial"/>
                <a:cs typeface="Arial"/>
              </a:rPr>
              <a:t>Iqbal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70158" y="2182611"/>
            <a:ext cx="10793491" cy="1899174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spcBef>
                <a:spcPts val="1280"/>
              </a:spcBef>
            </a:pPr>
            <a:r>
              <a:rPr sz="2400" b="1" dirty="0">
                <a:latin typeface="Arial"/>
                <a:cs typeface="Arial"/>
              </a:rPr>
              <a:t>Project </a:t>
            </a:r>
            <a:r>
              <a:rPr sz="2400" b="1" spc="-10" dirty="0">
                <a:latin typeface="Arial"/>
                <a:cs typeface="Arial"/>
              </a:rPr>
              <a:t>Overview</a:t>
            </a:r>
            <a:endParaRPr sz="2400" dirty="0">
              <a:latin typeface="Arial"/>
              <a:cs typeface="Arial"/>
            </a:endParaRPr>
          </a:p>
          <a:p>
            <a:pPr marL="12700" marR="5080">
              <a:lnSpc>
                <a:spcPct val="119400"/>
              </a:lnSpc>
              <a:spcBef>
                <a:spcPts val="560"/>
              </a:spcBef>
            </a:pPr>
            <a:r>
              <a:rPr dirty="0">
                <a:latin typeface="Arial"/>
                <a:cs typeface="Arial"/>
              </a:rPr>
              <a:t>This</a:t>
            </a:r>
            <a:r>
              <a:rPr spc="20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Java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application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uses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20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First-In,</a:t>
            </a:r>
            <a:r>
              <a:rPr spc="20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First-Out</a:t>
            </a:r>
            <a:r>
              <a:rPr spc="20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(FIFO)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queue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21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simulate</a:t>
            </a:r>
            <a:r>
              <a:rPr spc="204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baking</a:t>
            </a:r>
            <a:r>
              <a:rPr spc="210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and </a:t>
            </a:r>
            <a:r>
              <a:rPr dirty="0">
                <a:latin typeface="Arial"/>
                <a:cs typeface="Arial"/>
              </a:rPr>
              <a:t>showcasing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cakes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1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</a:t>
            </a:r>
            <a:r>
              <a:rPr spc="18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bakery.</a:t>
            </a:r>
            <a:endParaRPr dirty="0">
              <a:latin typeface="Arial"/>
              <a:cs typeface="Arial"/>
            </a:endParaRPr>
          </a:p>
          <a:p>
            <a:pPr marL="12700" marR="40005">
              <a:lnSpc>
                <a:spcPct val="119400"/>
              </a:lnSpc>
            </a:pPr>
            <a:r>
              <a:rPr dirty="0">
                <a:latin typeface="Arial"/>
                <a:cs typeface="Arial"/>
              </a:rPr>
              <a:t>Cakes</a:t>
            </a:r>
            <a:r>
              <a:rPr spc="1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are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added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oven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queue</a:t>
            </a:r>
            <a:r>
              <a:rPr spc="1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(maximum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capacity:</a:t>
            </a:r>
            <a:r>
              <a:rPr spc="1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5)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in</a:t>
            </a:r>
            <a:r>
              <a:rPr spc="16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order</a:t>
            </a:r>
            <a:r>
              <a:rPr spc="17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they</a:t>
            </a:r>
            <a:r>
              <a:rPr spc="170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arrive. </a:t>
            </a:r>
            <a:r>
              <a:rPr dirty="0">
                <a:latin typeface="Arial"/>
                <a:cs typeface="Arial"/>
              </a:rPr>
              <a:t>When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done,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they</a:t>
            </a:r>
            <a:r>
              <a:rPr spc="1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are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removed</a:t>
            </a:r>
            <a:r>
              <a:rPr spc="1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from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front</a:t>
            </a:r>
            <a:r>
              <a:rPr spc="15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of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the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queue</a:t>
            </a:r>
            <a:r>
              <a:rPr spc="1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and</a:t>
            </a:r>
            <a:r>
              <a:rPr spc="15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moved</a:t>
            </a:r>
            <a:r>
              <a:rPr spc="16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</a:t>
            </a:r>
            <a:r>
              <a:rPr spc="155" dirty="0">
                <a:latin typeface="Arial"/>
                <a:cs typeface="Arial"/>
              </a:rPr>
              <a:t> </a:t>
            </a:r>
            <a:r>
              <a:rPr spc="-25" dirty="0">
                <a:latin typeface="Arial"/>
                <a:cs typeface="Arial"/>
              </a:rPr>
              <a:t>the </a:t>
            </a:r>
            <a:r>
              <a:rPr spc="-10" dirty="0">
                <a:latin typeface="Arial"/>
                <a:cs typeface="Arial"/>
              </a:rPr>
              <a:t>showcase.</a:t>
            </a:r>
            <a:endParaRPr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618522" y="15210210"/>
            <a:ext cx="24190939" cy="6308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199"/>
              </a:lnSpc>
              <a:spcBef>
                <a:spcPts val="100"/>
              </a:spcBef>
            </a:pPr>
            <a:r>
              <a:rPr spc="-10" dirty="0">
                <a:latin typeface="Arial"/>
                <a:cs typeface="Arial"/>
              </a:rPr>
              <a:t>BeginnersBook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(2022) Java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– Add days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to Date.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Available at: </a:t>
            </a:r>
            <a:r>
              <a:rPr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https://beginnersbook.com/2017/10/java-add-days-to-</a:t>
            </a:r>
            <a:r>
              <a:rPr u="heavy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3"/>
              </a:rPr>
              <a:t>date/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(Accessed: 11 April</a:t>
            </a:r>
            <a:r>
              <a:rPr spc="-5" dirty="0">
                <a:latin typeface="Arial"/>
                <a:cs typeface="Arial"/>
              </a:rPr>
              <a:t> </a:t>
            </a:r>
            <a:r>
              <a:rPr spc="-10" dirty="0">
                <a:latin typeface="Arial"/>
                <a:cs typeface="Arial"/>
              </a:rPr>
              <a:t>2025) </a:t>
            </a:r>
            <a:endParaRPr lang="pt-BR" spc="-10" dirty="0">
              <a:latin typeface="Arial"/>
              <a:cs typeface="Arial"/>
            </a:endParaRPr>
          </a:p>
          <a:p>
            <a:pPr marL="12700" marR="5080">
              <a:lnSpc>
                <a:spcPct val="114199"/>
              </a:lnSpc>
              <a:spcBef>
                <a:spcPts val="100"/>
              </a:spcBef>
            </a:pPr>
            <a:r>
              <a:rPr dirty="0">
                <a:latin typeface="Arial"/>
                <a:cs typeface="Arial"/>
              </a:rPr>
              <a:t>Oracle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(2025) String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(Java Platform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SE 8).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Available at:</a:t>
            </a:r>
            <a:r>
              <a:rPr spc="-5" dirty="0">
                <a:latin typeface="Arial"/>
                <a:cs typeface="Arial"/>
              </a:rPr>
              <a:t> </a:t>
            </a:r>
            <a:r>
              <a:rPr u="heavy" spc="-10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4"/>
              </a:rPr>
              <a:t>https://docs.oracle.com/javase/8/docs/api/java/lang/String.html</a:t>
            </a:r>
            <a:r>
              <a:rPr dirty="0">
                <a:latin typeface="Arial"/>
                <a:cs typeface="Arial"/>
              </a:rPr>
              <a:t> (Accessed:</a:t>
            </a:r>
            <a:r>
              <a:rPr spc="-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14 April </a:t>
            </a:r>
            <a:r>
              <a:rPr spc="-10" dirty="0">
                <a:latin typeface="Arial"/>
                <a:cs typeface="Arial"/>
              </a:rPr>
              <a:t>2025)</a:t>
            </a:r>
            <a:endParaRPr dirty="0">
              <a:latin typeface="Arial"/>
              <a:cs typeface="Arial"/>
            </a:endParaRPr>
          </a:p>
        </p:txBody>
      </p:sp>
      <p:pic>
        <p:nvPicPr>
          <p:cNvPr id="21" name="Imagem 20" descr="Tela de celular com publicação numa rede social&#10;&#10;O conteúdo gerado por IA pode estar incorreto.">
            <a:extLst>
              <a:ext uri="{FF2B5EF4-FFF2-40B4-BE49-F238E27FC236}">
                <a16:creationId xmlns:a16="http://schemas.microsoft.com/office/drawing/2014/main" id="{B86B1399-F459-8FD9-0D8D-50BE49E926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864" y="9933929"/>
            <a:ext cx="9753058" cy="4473839"/>
          </a:xfrm>
          <a:prstGeom prst="rect">
            <a:avLst/>
          </a:prstGeom>
        </p:spPr>
      </p:pic>
      <p:pic>
        <p:nvPicPr>
          <p:cNvPr id="23" name="Imagem 22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64A15114-B263-7947-E88F-69C4407E25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2603" y="2432105"/>
            <a:ext cx="5708652" cy="3173457"/>
          </a:xfrm>
          <a:prstGeom prst="rect">
            <a:avLst/>
          </a:prstGeom>
        </p:spPr>
      </p:pic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6834A93E-CA1E-3FDD-296D-8F7E44DA79B3}"/>
              </a:ext>
            </a:extLst>
          </p:cNvPr>
          <p:cNvCxnSpPr>
            <a:cxnSpLocks/>
          </p:cNvCxnSpPr>
          <p:nvPr/>
        </p:nvCxnSpPr>
        <p:spPr>
          <a:xfrm>
            <a:off x="12356727" y="9747250"/>
            <a:ext cx="997542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7" name="Imagem 26" descr="Forma, Retângulo&#10;&#10;O conteúdo gerado por IA pode estar incorreto.">
            <a:extLst>
              <a:ext uri="{FF2B5EF4-FFF2-40B4-BE49-F238E27FC236}">
                <a16:creationId xmlns:a16="http://schemas.microsoft.com/office/drawing/2014/main" id="{D99D3273-6921-E34A-37FE-A2B7FDB535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8523" y="8492210"/>
            <a:ext cx="5655467" cy="3770311"/>
          </a:xfrm>
          <a:prstGeom prst="rect">
            <a:avLst/>
          </a:prstGeom>
        </p:spPr>
      </p:pic>
      <p:pic>
        <p:nvPicPr>
          <p:cNvPr id="28" name="Picture 4" descr="CCT">
            <a:extLst>
              <a:ext uri="{FF2B5EF4-FFF2-40B4-BE49-F238E27FC236}">
                <a16:creationId xmlns:a16="http://schemas.microsoft.com/office/drawing/2014/main" id="{BBE27CD2-0D75-0649-4E0F-9A6BD725E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556" y="656025"/>
            <a:ext cx="2478998" cy="474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C61F2D4C-406E-40F8-F9BC-5871334DF813}"/>
              </a:ext>
            </a:extLst>
          </p:cNvPr>
          <p:cNvCxnSpPr>
            <a:cxnSpLocks/>
          </p:cNvCxnSpPr>
          <p:nvPr/>
        </p:nvCxnSpPr>
        <p:spPr>
          <a:xfrm>
            <a:off x="615156" y="1974850"/>
            <a:ext cx="2758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ED433DE-BCD0-1C07-DEF4-22D1E3040F23}"/>
              </a:ext>
            </a:extLst>
          </p:cNvPr>
          <p:cNvCxnSpPr>
            <a:cxnSpLocks/>
          </p:cNvCxnSpPr>
          <p:nvPr/>
        </p:nvCxnSpPr>
        <p:spPr>
          <a:xfrm>
            <a:off x="11892756" y="2279650"/>
            <a:ext cx="0" cy="1234440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220A9562-5A56-7858-36B7-DFC278BF63C9}"/>
              </a:ext>
            </a:extLst>
          </p:cNvPr>
          <p:cNvSpPr txBox="1"/>
          <p:nvPr/>
        </p:nvSpPr>
        <p:spPr>
          <a:xfrm>
            <a:off x="6665262" y="464797"/>
            <a:ext cx="14478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600" dirty="0">
                <a:latin typeface="Aptos Black" panose="020B0004020202020204" pitchFamily="34" charset="0"/>
                <a:cs typeface="Aharoni" panose="02010803020104030203" pitchFamily="2" charset="-79"/>
              </a:rPr>
              <a:t>CA1 - Algorithms &amp; Constructs, </a:t>
            </a:r>
            <a:r>
              <a:rPr lang="en-GB" sz="3600" dirty="0" err="1">
                <a:latin typeface="Aptos Black" panose="020B0004020202020204" pitchFamily="34" charset="0"/>
                <a:cs typeface="Aharoni" panose="02010803020104030203" pitchFamily="2" charset="-79"/>
              </a:rPr>
              <a:t>BakeACake</a:t>
            </a:r>
            <a:r>
              <a:rPr lang="en-GB" sz="3600" dirty="0">
                <a:latin typeface="Aptos Black" panose="020B0004020202020204" pitchFamily="34" charset="0"/>
                <a:cs typeface="Aharoni" panose="02010803020104030203" pitchFamily="2" charset="-79"/>
              </a:rPr>
              <a:t> java </a:t>
            </a:r>
            <a:r>
              <a:rPr lang="en-GB" sz="3600" dirty="0" err="1">
                <a:latin typeface="Aptos Black" panose="020B0004020202020204" pitchFamily="34" charset="0"/>
                <a:cs typeface="Aharoni" panose="02010803020104030203" pitchFamily="2" charset="-79"/>
              </a:rPr>
              <a:t>aplication</a:t>
            </a:r>
            <a:r>
              <a:rPr lang="en-GB" sz="3600" dirty="0">
                <a:latin typeface="Aptos Black" panose="020B0004020202020204" pitchFamily="34" charset="0"/>
                <a:cs typeface="Aharoni" panose="02010803020104030203" pitchFamily="2" charset="-79"/>
              </a:rPr>
              <a:t>.</a:t>
            </a:r>
            <a:endParaRPr lang="en-GB" sz="3600" dirty="0"/>
          </a:p>
        </p:txBody>
      </p:sp>
      <p:cxnSp>
        <p:nvCxnSpPr>
          <p:cNvPr id="41" name="Conector reto 40">
            <a:extLst>
              <a:ext uri="{FF2B5EF4-FFF2-40B4-BE49-F238E27FC236}">
                <a16:creationId xmlns:a16="http://schemas.microsoft.com/office/drawing/2014/main" id="{633DE59F-A1F3-F748-C9E9-BDCEE66C6F18}"/>
              </a:ext>
            </a:extLst>
          </p:cNvPr>
          <p:cNvCxnSpPr>
            <a:cxnSpLocks/>
          </p:cNvCxnSpPr>
          <p:nvPr/>
        </p:nvCxnSpPr>
        <p:spPr>
          <a:xfrm>
            <a:off x="615156" y="14852650"/>
            <a:ext cx="275844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object 15">
            <a:extLst>
              <a:ext uri="{FF2B5EF4-FFF2-40B4-BE49-F238E27FC236}">
                <a16:creationId xmlns:a16="http://schemas.microsoft.com/office/drawing/2014/main" id="{54C61D7F-66D1-B94C-D4B8-CE41A71859BC}"/>
              </a:ext>
            </a:extLst>
          </p:cNvPr>
          <p:cNvSpPr txBox="1"/>
          <p:nvPr/>
        </p:nvSpPr>
        <p:spPr>
          <a:xfrm>
            <a:off x="4415149" y="1586460"/>
            <a:ext cx="23784404" cy="228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991995" marR="4227195" lvl="2" indent="-1065530">
              <a:spcBef>
                <a:spcPts val="1600"/>
              </a:spcBef>
            </a:pPr>
            <a:r>
              <a:rPr lang="pt-BR" sz="1400" dirty="0">
                <a:latin typeface="Arial"/>
                <a:cs typeface="Arial"/>
              </a:rPr>
              <a:t>    </a:t>
            </a:r>
            <a:r>
              <a:rPr lang="pt-BR" sz="1400" dirty="0" err="1">
                <a:latin typeface="Arial"/>
                <a:cs typeface="Arial"/>
              </a:rPr>
              <a:t>Video</a:t>
            </a:r>
            <a:r>
              <a:rPr lang="pt-BR" sz="1400" dirty="0">
                <a:latin typeface="Arial"/>
                <a:cs typeface="Arial"/>
              </a:rPr>
              <a:t> link:</a:t>
            </a:r>
            <a:r>
              <a:rPr lang="pt-BR" sz="1400" spc="245" dirty="0">
                <a:latin typeface="Arial"/>
                <a:cs typeface="Arial"/>
              </a:rPr>
              <a:t> </a:t>
            </a:r>
            <a:r>
              <a:rPr lang="pt-BR" sz="14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  <a:hlinkClick r:id="rId9"/>
              </a:rPr>
              <a:t>https://youtu.be/GsXkv2TZU8M</a:t>
            </a:r>
            <a:endParaRPr lang="pt-BR" sz="1400" u="sng" dirty="0">
              <a:uFill>
                <a:solidFill>
                  <a:srgbClr val="000000"/>
                </a:solidFill>
              </a:uFill>
              <a:latin typeface="Arial"/>
              <a:cs typeface="Arial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A364043-528F-3749-174D-4AC96AD67ED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2701989" y="2476303"/>
            <a:ext cx="5553850" cy="8516539"/>
          </a:xfrm>
          <a:prstGeom prst="rect">
            <a:avLst/>
          </a:prstGeom>
        </p:spPr>
      </p:pic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19C96C5B-77D6-4315-6F39-76A4B5B25E84}"/>
              </a:ext>
            </a:extLst>
          </p:cNvPr>
          <p:cNvCxnSpPr>
            <a:cxnSpLocks/>
          </p:cNvCxnSpPr>
          <p:nvPr/>
        </p:nvCxnSpPr>
        <p:spPr>
          <a:xfrm>
            <a:off x="22484556" y="2279650"/>
            <a:ext cx="0" cy="12344400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bject 4">
            <a:extLst>
              <a:ext uri="{FF2B5EF4-FFF2-40B4-BE49-F238E27FC236}">
                <a16:creationId xmlns:a16="http://schemas.microsoft.com/office/drawing/2014/main" id="{1383BD00-0089-868B-B704-71C97A2BD8FF}"/>
              </a:ext>
            </a:extLst>
          </p:cNvPr>
          <p:cNvSpPr txBox="1"/>
          <p:nvPr/>
        </p:nvSpPr>
        <p:spPr>
          <a:xfrm>
            <a:off x="22713156" y="11135432"/>
            <a:ext cx="5553850" cy="140230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spcBef>
                <a:spcPts val="135"/>
              </a:spcBef>
            </a:pPr>
            <a:r>
              <a:rPr lang="en-GB" dirty="0">
                <a:latin typeface="Arial"/>
                <a:cs typeface="Arial"/>
              </a:rPr>
              <a:t>Commits done to upload all each steps that I’ve done during the project. Each commit has a specification and reason why commit, for example if I make a mess with the code, I could easily come back for the last working commit and continue.</a:t>
            </a:r>
            <a:endParaRPr lang="en-US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729</Words>
  <Application>Microsoft Office PowerPoint</Application>
  <PresentationFormat>Personalizar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Aptos</vt:lpstr>
      <vt:lpstr>Aptos Black</vt:lpstr>
      <vt:lpstr>Aptos Display</vt:lpstr>
      <vt:lpstr>Arial</vt:lpstr>
      <vt:lpstr>Lucida Sans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Java algorithms Bake a cake</dc:title>
  <cp:keywords>DAGknvDVvRc,BAEl8uCKiog,0</cp:keywords>
  <cp:lastModifiedBy>Hugo Viegas</cp:lastModifiedBy>
  <cp:revision>3</cp:revision>
  <dcterms:created xsi:type="dcterms:W3CDTF">2025-04-18T18:15:42Z</dcterms:created>
  <dcterms:modified xsi:type="dcterms:W3CDTF">2025-04-18T21:37:54Z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2025-04-18T00:00:00Z</vt:filetime>
  </property>
  <property fmtid="{D5CDD505-2E9C-101B-9397-08002B2CF9AE}" pid="5" name="Producer">
    <vt:lpwstr>Canva</vt:lpwstr>
  </property>
</Properties>
</file>